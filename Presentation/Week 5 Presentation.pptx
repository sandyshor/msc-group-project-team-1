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E6B6-5A84-030A-D9E3-C81854BE7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99879-A779-1C25-9858-CE443C16C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81620-7A16-5A09-9E46-A5B94187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11F0D-58AB-4382-67A5-86014E85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F97C-B225-0F94-04B4-19BB64A6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52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0CAE-4CEA-DBBA-F18A-5F1CB970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530EC-0049-3C59-D425-889C3C2EF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6EEEC-07F5-3092-F594-2AB04407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7F855-6AEE-4937-AB66-475D851B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8FA8D-E78F-C1B7-4EB9-25448A67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8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58E2-EFE6-C43A-7CB8-D7F886CC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A2F59-84DC-7D27-01EC-F11C64E46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B120D-2B01-A25D-6656-C309B8A4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0C254-7E5B-B4EE-03C4-568494EE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3994-0F94-30B9-1B50-3185EB7C5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71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B03D-0D1B-0479-5E9C-17C7A78A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1D42-09BD-CA3B-38D9-366C2FD79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5BBAB-7753-F4F1-408E-9708AD13C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48E21-326E-E685-999A-20833CC7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62801-827D-6A00-9A31-1DACD084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6D0F3-000D-B396-AC93-A5510397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73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F034-4796-9C0C-461A-4AD977F2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C91AE-B04C-5DCD-E854-9F5C5F45D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D76EA-C304-170D-E18F-D7D8DFFE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F2DC7-BCAD-62AE-A474-0485B517A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96C97-5814-A3EB-C227-5C610E507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DD961-D5EA-38D1-A66A-A0678690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B9D94-363A-A545-8193-E1E492CF9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A371E-B473-5536-9BCB-099A2BDD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0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AD94-DB81-6642-F338-E1878349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011AE-7687-20C0-1296-B8902B26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9B642-9071-82F6-1A65-597C336A8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D0969-FAC5-C9D7-C495-67706E63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46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57F43-834E-4143-5BCD-2DABF943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F0511-27EA-D183-4E3F-E0926B38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36990-4A85-E093-A916-363CBA06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97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0622-4DB1-D5F6-428A-09DDFC6AB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E6BF4-5836-7E20-5FDC-5B41D34E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A4E3B-82F0-C66D-69D5-9F49135E7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C0A85-57B6-9BBC-5189-562CA7BE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C8ABD-7B3D-8EDA-01A8-A07A95ED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8DB43-EA47-772E-9075-CAED1E36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58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36E4-1822-508D-D616-491273B8F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31699-2C51-9F1D-C152-9BA2E66EEC4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03D1F-50EB-1963-657A-5E4C79CE8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B9CBC-8566-6683-453B-4B70FAC8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85A86-B9B1-D581-CAD8-8A8529CE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EB821-E5CA-F8FE-6654-893F01F4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74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CDC5-0FB7-2BD5-6A47-357368C8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978FE-DC75-5964-B10B-DE23CD55D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5CEFF-87F6-4A05-01E6-BF67262A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76FD5-152D-C7A3-E9CE-6D3BB025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58C84-64B7-F1C1-B236-8E9E974D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1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F00C0-F98B-6A35-AE44-FC284946B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92C2B-056A-8B1E-320D-04AF2FC57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978CE-5CBF-CC2D-FD97-AA488C6D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71478-002A-EF5C-525F-A5E4ED62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F7F7C-B792-7EAC-2235-8FEAEE68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30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6FD20-411B-64A7-A6BD-65E57EE5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4597-65D6-3138-6ACF-8ED2EB1C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4BA57-36F3-21BE-92A3-DF520713F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43E5D-338E-4C1F-92E6-24ADC59AB2B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C346-7E4E-CDB6-21DB-EA1ACDE79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32291-00EC-321D-44E0-E607E6BBC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BFA53-A193-45FC-B07B-9745B13204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85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CD7D-0274-D201-F864-2D18B3062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B1E49-455A-AE72-6F60-3C0F2264F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1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252A8-ABF4-56DF-4427-ABAC6704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1" r="3001"/>
          <a:stretch/>
        </p:blipFill>
        <p:spPr>
          <a:xfrm>
            <a:off x="2" y="10"/>
            <a:ext cx="9240740" cy="68579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125021" y="0"/>
            <a:ext cx="706697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170"/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1884C6-5951-3834-AFA7-549A4ED5BB0B}"/>
              </a:ext>
            </a:extLst>
          </p:cNvPr>
          <p:cNvSpPr>
            <a:spLocks noGrp="1"/>
          </p:cNvSpPr>
          <p:nvPr/>
        </p:nvSpPr>
        <p:spPr>
          <a:xfrm>
            <a:off x="8634918" y="593021"/>
            <a:ext cx="3445764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Your Dublin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02B0856-748F-F30D-6E88-DA9AD6E65529}"/>
              </a:ext>
            </a:extLst>
          </p:cNvPr>
          <p:cNvSpPr>
            <a:spLocks noGrp="1"/>
          </p:cNvSpPr>
          <p:nvPr/>
        </p:nvSpPr>
        <p:spPr>
          <a:xfrm>
            <a:off x="8689051" y="3724253"/>
            <a:ext cx="3445765" cy="14853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 MSc Team Project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05DC519-DEFB-1968-5695-CBC21940EC8D}"/>
              </a:ext>
            </a:extLst>
          </p:cNvPr>
          <p:cNvSpPr txBox="1">
            <a:spLocks/>
          </p:cNvSpPr>
          <p:nvPr/>
        </p:nvSpPr>
        <p:spPr>
          <a:xfrm>
            <a:off x="2839941" y="4085645"/>
            <a:ext cx="6400800" cy="900484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defPPr>
              <a:defRPr lang="en-US"/>
            </a:defPPr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endParaRPr lang="en-IN" sz="3200" b="1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5887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7159DB-89F5-83BE-FB55-5730EE91FF25}"/>
              </a:ext>
            </a:extLst>
          </p:cNvPr>
          <p:cNvSpPr txBox="1">
            <a:spLocks/>
          </p:cNvSpPr>
          <p:nvPr/>
        </p:nvSpPr>
        <p:spPr>
          <a:xfrm>
            <a:off x="1091381" y="426720"/>
            <a:ext cx="10972800" cy="853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in recommendation system</a:t>
            </a:r>
          </a:p>
        </p:txBody>
      </p:sp>
      <p:sp>
        <p:nvSpPr>
          <p:cNvPr id="3" name="areas covered (added D11–D14)-box">
            <a:extLst>
              <a:ext uri="{FF2B5EF4-FFF2-40B4-BE49-F238E27FC236}">
                <a16:creationId xmlns:a16="http://schemas.microsoft.com/office/drawing/2014/main" id="{92269829-4021-502F-9274-D1967F506FF8}"/>
              </a:ext>
            </a:extLst>
          </p:cNvPr>
          <p:cNvSpPr/>
          <p:nvPr/>
        </p:nvSpPr>
        <p:spPr>
          <a:xfrm>
            <a:off x="609600" y="1706880"/>
            <a:ext cx="4754880" cy="1219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A34315-299B-0DBD-134D-FD52B33D4F9F}"/>
              </a:ext>
            </a:extLst>
          </p:cNvPr>
          <p:cNvSpPr txBox="1"/>
          <p:nvPr/>
        </p:nvSpPr>
        <p:spPr>
          <a:xfrm>
            <a:off x="853440" y="1853184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/>
              <a:t>8  →  </a:t>
            </a:r>
            <a:r>
              <a:rPr lang="en-US" sz="4000" b="1" dirty="0"/>
              <a:t>12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C60F8F-F7F2-2032-30DD-47C348B0AEA3}"/>
              </a:ext>
            </a:extLst>
          </p:cNvPr>
          <p:cNvSpPr txBox="1"/>
          <p:nvPr/>
        </p:nvSpPr>
        <p:spPr>
          <a:xfrm>
            <a:off x="3169920" y="1853184"/>
            <a:ext cx="207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/>
              <a:t>areas covered (added D11–D14)</a:t>
            </a:r>
          </a:p>
        </p:txBody>
      </p:sp>
      <p:sp>
        <p:nvSpPr>
          <p:cNvPr id="6" name="room types students can pick-box">
            <a:extLst>
              <a:ext uri="{FF2B5EF4-FFF2-40B4-BE49-F238E27FC236}">
                <a16:creationId xmlns:a16="http://schemas.microsoft.com/office/drawing/2014/main" id="{082387A3-1139-269A-0B81-8F86CD1C5A7A}"/>
              </a:ext>
            </a:extLst>
          </p:cNvPr>
          <p:cNvSpPr/>
          <p:nvPr/>
        </p:nvSpPr>
        <p:spPr>
          <a:xfrm>
            <a:off x="609600" y="3352800"/>
            <a:ext cx="4754880" cy="1219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B2D1FE-419C-7BB7-7814-7AF13E56A045}"/>
              </a:ext>
            </a:extLst>
          </p:cNvPr>
          <p:cNvSpPr txBox="1"/>
          <p:nvPr/>
        </p:nvSpPr>
        <p:spPr>
          <a:xfrm>
            <a:off x="853440" y="3499104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/>
              <a:t>4  →  </a:t>
            </a:r>
            <a:r>
              <a:rPr lang="en-US" sz="4000" b="1" dirty="0"/>
              <a:t>6</a:t>
            </a:r>
            <a:endParaRPr lang="en-US" sz="4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5F815A-6994-938E-6CC1-3C7E9707F9E5}"/>
              </a:ext>
            </a:extLst>
          </p:cNvPr>
          <p:cNvSpPr txBox="1"/>
          <p:nvPr/>
        </p:nvSpPr>
        <p:spPr>
          <a:xfrm>
            <a:off x="3169920" y="3499104"/>
            <a:ext cx="207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/>
              <a:t>room types students can pick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3C308E-5E11-7C69-FAB3-E692DD36B1D5}"/>
              </a:ext>
            </a:extLst>
          </p:cNvPr>
          <p:cNvSpPr txBox="1"/>
          <p:nvPr/>
        </p:nvSpPr>
        <p:spPr>
          <a:xfrm>
            <a:off x="6096000" y="170688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did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dded">
            <a:extLst>
              <a:ext uri="{FF2B5EF4-FFF2-40B4-BE49-F238E27FC236}">
                <a16:creationId xmlns:a16="http://schemas.microsoft.com/office/drawing/2014/main" id="{EF574079-967F-6B91-391F-F85384DF451E}"/>
              </a:ext>
            </a:extLst>
          </p:cNvPr>
          <p:cNvSpPr txBox="1"/>
          <p:nvPr/>
        </p:nvSpPr>
        <p:spPr>
          <a:xfrm>
            <a:off x="6096000" y="2316480"/>
            <a:ext cx="548640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rent data from Daft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D11-D14</a:t>
            </a: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the accommodation types in the code so the same area doesn’t repeat</a:t>
            </a: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D11–D14 to the recommender code</a:t>
            </a: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F0A7C19B-5650-0456-057F-4F2DFC07D3EF}"/>
              </a:ext>
            </a:extLst>
          </p:cNvPr>
          <p:cNvSpPr txBox="1">
            <a:spLocks/>
          </p:cNvSpPr>
          <p:nvPr/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4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5B2582-7FC3-537A-5598-5AFFEB52897F}"/>
              </a:ext>
            </a:extLst>
          </p:cNvPr>
          <p:cNvSpPr txBox="1">
            <a:spLocks/>
          </p:cNvSpPr>
          <p:nvPr/>
        </p:nvSpPr>
        <p:spPr>
          <a:xfrm>
            <a:off x="609600" y="316992"/>
            <a:ext cx="10972800" cy="853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API</a:t>
            </a:r>
          </a:p>
        </p:txBody>
      </p:sp>
      <p:sp>
        <p:nvSpPr>
          <p:cNvPr id="3" name="Push to GitHub-step">
            <a:extLst>
              <a:ext uri="{FF2B5EF4-FFF2-40B4-BE49-F238E27FC236}">
                <a16:creationId xmlns:a16="http://schemas.microsoft.com/office/drawing/2014/main" id="{A133EF89-8143-6BB2-D6DC-568D5199864F}"/>
              </a:ext>
            </a:extLst>
          </p:cNvPr>
          <p:cNvSpPr/>
          <p:nvPr/>
        </p:nvSpPr>
        <p:spPr>
          <a:xfrm>
            <a:off x="609600" y="1402080"/>
            <a:ext cx="3048000" cy="1097280"/>
          </a:xfrm>
          <a:prstGeom prst="roundRect">
            <a:avLst>
              <a:gd name="adj" fmla="val 888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644299-4B60-8EC0-30EF-A49248D13D51}"/>
              </a:ext>
            </a:extLst>
          </p:cNvPr>
          <p:cNvSpPr txBox="1"/>
          <p:nvPr/>
        </p:nvSpPr>
        <p:spPr>
          <a:xfrm>
            <a:off x="792480" y="1487424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Push to GitHub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0937E1-3DF8-6C9E-4942-E864F4054731}"/>
              </a:ext>
            </a:extLst>
          </p:cNvPr>
          <p:cNvSpPr txBox="1"/>
          <p:nvPr/>
        </p:nvSpPr>
        <p:spPr>
          <a:xfrm>
            <a:off x="792480" y="195072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/>
              <a:t>any change on main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903D45-DF3D-BB66-95A4-3EE3FFBE99A1}"/>
              </a:ext>
            </a:extLst>
          </p:cNvPr>
          <p:cNvSpPr txBox="1"/>
          <p:nvPr/>
        </p:nvSpPr>
        <p:spPr>
          <a:xfrm>
            <a:off x="3718560" y="1645920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/>
              <a:t>→</a:t>
            </a:r>
          </a:p>
        </p:txBody>
      </p:sp>
      <p:sp>
        <p:nvSpPr>
          <p:cNvPr id="7" name="GitHub Actions-step">
            <a:extLst>
              <a:ext uri="{FF2B5EF4-FFF2-40B4-BE49-F238E27FC236}">
                <a16:creationId xmlns:a16="http://schemas.microsoft.com/office/drawing/2014/main" id="{FCD16AEE-E0B8-64E1-795A-19180023F15A}"/>
              </a:ext>
            </a:extLst>
          </p:cNvPr>
          <p:cNvSpPr/>
          <p:nvPr/>
        </p:nvSpPr>
        <p:spPr>
          <a:xfrm>
            <a:off x="4267200" y="1402080"/>
            <a:ext cx="3048000" cy="1097280"/>
          </a:xfrm>
          <a:prstGeom prst="roundRect">
            <a:avLst>
              <a:gd name="adj" fmla="val 888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1725A3-35E1-F42A-093C-507D1835BB1D}"/>
              </a:ext>
            </a:extLst>
          </p:cNvPr>
          <p:cNvSpPr txBox="1"/>
          <p:nvPr/>
        </p:nvSpPr>
        <p:spPr>
          <a:xfrm>
            <a:off x="4450080" y="1487424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GitHub Actions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60940E8-4AF5-3453-D7AF-2F21138A042A}"/>
              </a:ext>
            </a:extLst>
          </p:cNvPr>
          <p:cNvSpPr txBox="1"/>
          <p:nvPr/>
        </p:nvSpPr>
        <p:spPr>
          <a:xfrm>
            <a:off x="4450080" y="195072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/>
              <a:t>builds the app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B7C705-3931-A349-CD54-E99FCF53C689}"/>
              </a:ext>
            </a:extLst>
          </p:cNvPr>
          <p:cNvSpPr txBox="1"/>
          <p:nvPr/>
        </p:nvSpPr>
        <p:spPr>
          <a:xfrm>
            <a:off x="7376160" y="1645920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/>
              <a:t>→</a:t>
            </a:r>
          </a:p>
        </p:txBody>
      </p:sp>
      <p:sp>
        <p:nvSpPr>
          <p:cNvPr id="11" name="Azure App Service-step">
            <a:extLst>
              <a:ext uri="{FF2B5EF4-FFF2-40B4-BE49-F238E27FC236}">
                <a16:creationId xmlns:a16="http://schemas.microsoft.com/office/drawing/2014/main" id="{3BF6E5FD-CDBF-EB1E-B19C-0B2C15B495D6}"/>
              </a:ext>
            </a:extLst>
          </p:cNvPr>
          <p:cNvSpPr/>
          <p:nvPr/>
        </p:nvSpPr>
        <p:spPr>
          <a:xfrm>
            <a:off x="7924800" y="1402080"/>
            <a:ext cx="3048000" cy="1097280"/>
          </a:xfrm>
          <a:prstGeom prst="roundRect">
            <a:avLst>
              <a:gd name="adj" fmla="val 888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DC4A5C7-45FB-3F7E-4EE3-243513CBBAF8}"/>
              </a:ext>
            </a:extLst>
          </p:cNvPr>
          <p:cNvSpPr txBox="1"/>
          <p:nvPr/>
        </p:nvSpPr>
        <p:spPr>
          <a:xfrm>
            <a:off x="8107680" y="1487424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Azure App Service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19853AC-B8EA-DC7E-85DC-752C47A4D036}"/>
              </a:ext>
            </a:extLst>
          </p:cNvPr>
          <p:cNvSpPr txBox="1"/>
          <p:nvPr/>
        </p:nvSpPr>
        <p:spPr>
          <a:xfrm>
            <a:off x="8107680" y="195072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/>
              <a:t>API goes live at /docs</a:t>
            </a:r>
          </a:p>
        </p:txBody>
      </p:sp>
      <p:graphicFrame>
        <p:nvGraphicFramePr>
          <p:cNvPr id="14" name="problems">
            <a:extLst>
              <a:ext uri="{FF2B5EF4-FFF2-40B4-BE49-F238E27FC236}">
                <a16:creationId xmlns:a16="http://schemas.microsoft.com/office/drawing/2014/main" id="{1BD06333-F712-96A5-B10B-4314830B7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06123"/>
              </p:ext>
            </p:extLst>
          </p:nvPr>
        </p:nvGraphicFramePr>
        <p:xfrm>
          <a:off x="609600" y="2865120"/>
          <a:ext cx="10972800" cy="2584704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I found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Fix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Deploy failed at login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Repo had moved accounts, so Azure no longer trusted it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Moved the repo back to the team organisation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Site showed "Service Unavailable"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Log stream: "can't chdir to Backend". The server folder only had a half-finished upload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Re-ran the deploy and stopped uploading during it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Deploy stuck for 25 min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frontend upload got sent to the backend server too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Workflow now skips the Frontend and Presentation folders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lide Number Placeholder 0">
            <a:extLst>
              <a:ext uri="{FF2B5EF4-FFF2-40B4-BE49-F238E27FC236}">
                <a16:creationId xmlns:a16="http://schemas.microsoft.com/office/drawing/2014/main" id="{54DE30EC-FBE2-6139-2C14-025774CFDC6D}"/>
              </a:ext>
            </a:extLst>
          </p:cNvPr>
          <p:cNvSpPr txBox="1">
            <a:spLocks/>
          </p:cNvSpPr>
          <p:nvPr/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0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9E06F8-0790-FB97-BBF0-878CEA80CDDF}"/>
              </a:ext>
            </a:extLst>
          </p:cNvPr>
          <p:cNvSpPr txBox="1">
            <a:spLocks/>
          </p:cNvSpPr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to host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D999B8-168A-53DF-5440-8DBE7BA8C249}"/>
              </a:ext>
            </a:extLst>
          </p:cNvPr>
          <p:cNvSpPr txBox="1"/>
          <p:nvPr/>
        </p:nvSpPr>
        <p:spPr>
          <a:xfrm>
            <a:off x="609600" y="140208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one">
            <a:extLst>
              <a:ext uri="{FF2B5EF4-FFF2-40B4-BE49-F238E27FC236}">
                <a16:creationId xmlns:a16="http://schemas.microsoft.com/office/drawing/2014/main" id="{DF0A6D3B-7388-A7FF-EE17-E91EB3AB4239}"/>
              </a:ext>
            </a:extLst>
          </p:cNvPr>
          <p:cNvSpPr txBox="1"/>
          <p:nvPr/>
        </p:nvSpPr>
        <p:spPr>
          <a:xfrm>
            <a:off x="609600" y="1950720"/>
            <a:ext cx="524256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is ready for the frontend, /options fills the form and /recommend returns the top 3</a:t>
            </a: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moved into the right folders, ready to be deployed</a:t>
            </a: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 profile page and map data moved into the main site</a:t>
            </a: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names matched between the form and the data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140DEB-4CB8-F631-4F0C-9496BBF2832B}"/>
              </a:ext>
            </a:extLst>
          </p:cNvPr>
          <p:cNvSpPr txBox="1"/>
          <p:nvPr/>
        </p:nvSpPr>
        <p:spPr>
          <a:xfrm>
            <a:off x="6263148" y="137160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next">
            <a:extLst>
              <a:ext uri="{FF2B5EF4-FFF2-40B4-BE49-F238E27FC236}">
                <a16:creationId xmlns:a16="http://schemas.microsoft.com/office/drawing/2014/main" id="{B5F2E47E-6498-6AAD-C596-87D7C31341B7}"/>
              </a:ext>
            </a:extLst>
          </p:cNvPr>
          <p:cNvSpPr txBox="1"/>
          <p:nvPr/>
        </p:nvSpPr>
        <p:spPr>
          <a:xfrm>
            <a:off x="6339840" y="1950720"/>
            <a:ext cx="524256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rental data of remaining regions.</a:t>
            </a:r>
          </a:p>
        </p:txBody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83105CD2-DF6D-0093-2D24-134F89CC4717}"/>
              </a:ext>
            </a:extLst>
          </p:cNvPr>
          <p:cNvSpPr txBox="1">
            <a:spLocks/>
          </p:cNvSpPr>
          <p:nvPr/>
        </p:nvSpPr>
        <p:spPr>
          <a:xfrm>
            <a:off x="11094720" y="633984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81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307D1E-B6D3-93EF-AA2B-F162DF11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Commute Data – Walking time to Uni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23C8A5-D8BE-100A-2225-8D390710F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006" y="1825624"/>
            <a:ext cx="5181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last week’s feedback, we were asked to include the walking distance and time to University from respective district points.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OpenTripPlanner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is a routing engine that calculates the walking distance using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3E0919-8360-B1E2-6836-56B7C50E73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9606" y="1923123"/>
            <a:ext cx="6300950" cy="2871299"/>
          </a:xfrm>
        </p:spPr>
      </p:pic>
    </p:spTree>
    <p:extLst>
      <p:ext uri="{BB962C8B-B14F-4D97-AF65-F5344CB8AC3E}">
        <p14:creationId xmlns:p14="http://schemas.microsoft.com/office/powerpoint/2010/main" val="400395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1413-0E6F-FE76-28B1-5C63A0BB7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7253"/>
            <a:ext cx="9144000" cy="46211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 data and Interim report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3A27F-FF09-0637-6E52-0A18E94A2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474838"/>
            <a:ext cx="9802761" cy="3782961"/>
          </a:xfrm>
        </p:spPr>
        <p:txBody>
          <a:bodyPr>
            <a:normAutofit/>
          </a:bodyPr>
          <a:lstStyle/>
          <a:p>
            <a:pPr marL="22860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amenities data from D11 to D24 was taken using the OpenStreetMap by querying.</a:t>
            </a:r>
          </a:p>
          <a:p>
            <a:pPr marL="22860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interim report has been started. Past interim reports magpie, renting made easy were read.</a:t>
            </a:r>
          </a:p>
          <a:p>
            <a:pPr marL="22860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started drafting the conclusion part</a:t>
            </a:r>
          </a:p>
          <a:p>
            <a:pPr marL="22860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7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E2744E-9388-1C92-5B68-CEB28CEB2A09}"/>
              </a:ext>
            </a:extLst>
          </p:cNvPr>
          <p:cNvSpPr txBox="1"/>
          <p:nvPr/>
        </p:nvSpPr>
        <p:spPr>
          <a:xfrm>
            <a:off x="4945626" y="32741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70DC9-9FB0-EDC3-0B11-4F369BE2B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09" y="589855"/>
            <a:ext cx="5600862" cy="5235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F823DD-E3AA-1040-4172-055A8647ADE4}"/>
              </a:ext>
            </a:extLst>
          </p:cNvPr>
          <p:cNvSpPr txBox="1"/>
          <p:nvPr/>
        </p:nvSpPr>
        <p:spPr>
          <a:xfrm>
            <a:off x="5486400" y="1406907"/>
            <a:ext cx="638113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Before: Students would have to rate </a:t>
            </a:r>
            <a:r>
              <a:rPr lang="en-US" sz="2800" dirty="0"/>
              <a:t>around</a:t>
            </a:r>
            <a:r>
              <a:rPr lang="en-US" sz="3200" dirty="0"/>
              <a:t> 10 separate amenities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Categorized amenities into 3 groups.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group score average its parts.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46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D23984-1185-6AC3-224C-8FD60DD27373}"/>
              </a:ext>
            </a:extLst>
          </p:cNvPr>
          <p:cNvSpPr txBox="1"/>
          <p:nvPr/>
        </p:nvSpPr>
        <p:spPr>
          <a:xfrm>
            <a:off x="399011" y="633824"/>
            <a:ext cx="8823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group score is calculated?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213E0-CD20-F1DE-9861-514E766B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70" y="2147025"/>
            <a:ext cx="8368754" cy="292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6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B5F78C-4F23-E99A-5710-BA0F75773C89}"/>
              </a:ext>
            </a:extLst>
          </p:cNvPr>
          <p:cNvSpPr txBox="1"/>
          <p:nvPr/>
        </p:nvSpPr>
        <p:spPr>
          <a:xfrm>
            <a:off x="1002891" y="781170"/>
            <a:ext cx="9448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data:</a:t>
            </a:r>
          </a:p>
          <a:p>
            <a:pPr lvl="0" rtl="0"/>
            <a:endParaRPr lang="en-IN" sz="28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 amenity data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D1–D24</a:t>
            </a:r>
          </a:p>
          <a:p>
            <a:pPr lvl="0" rt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recommender can compare the whole city</a:t>
            </a:r>
          </a:p>
          <a:p>
            <a:pPr lvl="0" rt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 distance from each area to the chosen university, shown with the results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universities across Dublin, so students at any campus can use it</a:t>
            </a:r>
          </a:p>
        </p:txBody>
      </p:sp>
    </p:spTree>
    <p:extLst>
      <p:ext uri="{BB962C8B-B14F-4D97-AF65-F5344CB8AC3E}">
        <p14:creationId xmlns:p14="http://schemas.microsoft.com/office/powerpoint/2010/main" val="267281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AED10-2A7B-4833-F9D0-3D36CF44E713}"/>
              </a:ext>
            </a:extLst>
          </p:cNvPr>
          <p:cNvSpPr txBox="1"/>
          <p:nvPr/>
        </p:nvSpPr>
        <p:spPr>
          <a:xfrm>
            <a:off x="594360" y="554927"/>
            <a:ext cx="5940472" cy="5909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3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stack &amp;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79430-5AC7-B31F-6A83-A1CDD632F63E}"/>
              </a:ext>
            </a:extLst>
          </p:cNvPr>
          <p:cNvSpPr txBox="1"/>
          <p:nvPr/>
        </p:nvSpPr>
        <p:spPr>
          <a:xfrm>
            <a:off x="2748464" y="2124691"/>
            <a:ext cx="884922" cy="4216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React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ABA9F-859B-99EA-C37B-6703D85826D9}"/>
              </a:ext>
            </a:extLst>
          </p:cNvPr>
          <p:cNvSpPr txBox="1"/>
          <p:nvPr/>
        </p:nvSpPr>
        <p:spPr>
          <a:xfrm>
            <a:off x="5943600" y="2075173"/>
            <a:ext cx="610873" cy="4216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Vite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D221E-1A87-DC40-7138-B3A59D3E688F}"/>
              </a:ext>
            </a:extLst>
          </p:cNvPr>
          <p:cNvSpPr txBox="1"/>
          <p:nvPr/>
        </p:nvSpPr>
        <p:spPr>
          <a:xfrm>
            <a:off x="9698349" y="2007831"/>
            <a:ext cx="1536446" cy="4216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JavaScript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3FAC1-E6D1-6B0E-A038-C144A89EBC28}"/>
              </a:ext>
            </a:extLst>
          </p:cNvPr>
          <p:cNvSpPr txBox="1"/>
          <p:nvPr/>
        </p:nvSpPr>
        <p:spPr>
          <a:xfrm>
            <a:off x="2789129" y="3561073"/>
            <a:ext cx="647678" cy="4216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CSS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2CBF0-5755-24AA-4BB4-5A5DD9F683FB}"/>
              </a:ext>
            </a:extLst>
          </p:cNvPr>
          <p:cNvSpPr txBox="1"/>
          <p:nvPr/>
        </p:nvSpPr>
        <p:spPr>
          <a:xfrm>
            <a:off x="6055481" y="3503948"/>
            <a:ext cx="1933350" cy="4216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React Router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0C6D4-E81B-656E-B345-9E94A80A5E5E}"/>
              </a:ext>
            </a:extLst>
          </p:cNvPr>
          <p:cNvSpPr txBox="1"/>
          <p:nvPr/>
        </p:nvSpPr>
        <p:spPr>
          <a:xfrm>
            <a:off x="9708131" y="3383729"/>
            <a:ext cx="1855893" cy="806375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Azure Static </a:t>
            </a:r>
            <a:endParaRPr lang="en-IN" sz="2500" b="1" i="0" dirty="0">
              <a:solidFill>
                <a:srgbClr val="000000"/>
              </a:solidFill>
              <a:latin typeface="Aptos"/>
            </a:endParaRPr>
          </a:p>
          <a:p>
            <a:pPr algn="l"/>
            <a:r>
              <a:rPr sz="2500" b="1" i="0" dirty="0">
                <a:solidFill>
                  <a:srgbClr val="000000"/>
                </a:solidFill>
                <a:latin typeface="Aptos"/>
              </a:rPr>
              <a:t>Web Apps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767AF9-D23F-C796-B432-771DB1FC09E8}"/>
              </a:ext>
            </a:extLst>
          </p:cNvPr>
          <p:cNvSpPr txBox="1"/>
          <p:nvPr/>
        </p:nvSpPr>
        <p:spPr>
          <a:xfrm>
            <a:off x="841248" y="5167741"/>
            <a:ext cx="1406219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505050"/>
                </a:solidFill>
                <a:latin typeface="Aptos"/>
              </a:rPr>
              <a:t>Code editor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31805E-F964-1934-324D-4967D0968BD7}"/>
              </a:ext>
            </a:extLst>
          </p:cNvPr>
          <p:cNvSpPr txBox="1"/>
          <p:nvPr/>
        </p:nvSpPr>
        <p:spPr>
          <a:xfrm>
            <a:off x="841248" y="5578143"/>
            <a:ext cx="2252283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  <a:latin typeface="Aptos"/>
              </a:rPr>
              <a:t>Visual Studio Code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1F323E-73A9-3BE2-77B0-C53D21193122}"/>
              </a:ext>
            </a:extLst>
          </p:cNvPr>
          <p:cNvSpPr txBox="1"/>
          <p:nvPr/>
        </p:nvSpPr>
        <p:spPr>
          <a:xfrm>
            <a:off x="4502320" y="5170335"/>
            <a:ext cx="943720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505050"/>
                </a:solidFill>
                <a:latin typeface="Aptos"/>
              </a:rPr>
              <a:t>Hosting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414EFD-ED82-8E1C-7D6E-B17D1D475D2A}"/>
              </a:ext>
            </a:extLst>
          </p:cNvPr>
          <p:cNvSpPr txBox="1"/>
          <p:nvPr/>
        </p:nvSpPr>
        <p:spPr>
          <a:xfrm>
            <a:off x="4480560" y="5583575"/>
            <a:ext cx="2664960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  <a:latin typeface="Aptos"/>
              </a:rPr>
              <a:t>Azure Static Web Apps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F6837-122F-D9F8-62F2-96A432F079EE}"/>
              </a:ext>
            </a:extLst>
          </p:cNvPr>
          <p:cNvSpPr txBox="1"/>
          <p:nvPr/>
        </p:nvSpPr>
        <p:spPr>
          <a:xfrm>
            <a:off x="2399155" y="2537076"/>
            <a:ext cx="1735090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rgbClr val="617067"/>
                </a:solidFill>
                <a:latin typeface="Aptos"/>
              </a:rPr>
              <a:t>UI components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2D0994-93F3-56E3-4DF0-9302C7151C13}"/>
              </a:ext>
            </a:extLst>
          </p:cNvPr>
          <p:cNvSpPr txBox="1"/>
          <p:nvPr/>
        </p:nvSpPr>
        <p:spPr>
          <a:xfrm>
            <a:off x="5817562" y="2562583"/>
            <a:ext cx="2001766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rgbClr val="617067"/>
                </a:solidFill>
                <a:latin typeface="Aptos"/>
              </a:rPr>
              <a:t>Dev server + build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6A268C-718B-33F7-3E15-1EC31A166A34}"/>
              </a:ext>
            </a:extLst>
          </p:cNvPr>
          <p:cNvSpPr txBox="1"/>
          <p:nvPr/>
        </p:nvSpPr>
        <p:spPr>
          <a:xfrm>
            <a:off x="9808230" y="2537076"/>
            <a:ext cx="1363322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rgbClr val="617067"/>
                </a:solidFill>
                <a:latin typeface="Aptos"/>
              </a:rPr>
              <a:t>Interactions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6CA393-3047-DF57-DEB7-4A005DD72270}"/>
              </a:ext>
            </a:extLst>
          </p:cNvPr>
          <p:cNvSpPr txBox="1"/>
          <p:nvPr/>
        </p:nvSpPr>
        <p:spPr>
          <a:xfrm>
            <a:off x="2725009" y="4001015"/>
            <a:ext cx="775918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rgbClr val="617067"/>
                </a:solidFill>
                <a:latin typeface="Aptos"/>
              </a:rPr>
              <a:t>Styling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EDDCA6-43EB-207B-BF52-EDF120688E5C}"/>
              </a:ext>
            </a:extLst>
          </p:cNvPr>
          <p:cNvSpPr txBox="1"/>
          <p:nvPr/>
        </p:nvSpPr>
        <p:spPr>
          <a:xfrm>
            <a:off x="6172200" y="3941290"/>
            <a:ext cx="1759712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rgbClr val="617067"/>
                </a:solidFill>
                <a:latin typeface="Aptos"/>
              </a:rPr>
              <a:t>Page navigation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77AFED-2FDB-981B-B156-DC5BFCBD6F43}"/>
              </a:ext>
            </a:extLst>
          </p:cNvPr>
          <p:cNvSpPr txBox="1"/>
          <p:nvPr/>
        </p:nvSpPr>
        <p:spPr>
          <a:xfrm>
            <a:off x="9828940" y="4256413"/>
            <a:ext cx="1342612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rgbClr val="617067"/>
                </a:solidFill>
                <a:latin typeface="Aptos"/>
              </a:rPr>
              <a:t>Live hosting</a:t>
            </a:r>
          </a:p>
        </p:txBody>
      </p:sp>
      <p:pic>
        <p:nvPicPr>
          <p:cNvPr id="37" name="Picture 36" descr="React (software) - Wikipedia">
            <a:extLst>
              <a:ext uri="{FF2B5EF4-FFF2-40B4-BE49-F238E27FC236}">
                <a16:creationId xmlns:a16="http://schemas.microsoft.com/office/drawing/2014/main" id="{EF97AC5B-C31D-2878-0BA9-6E685A56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81" y="1912215"/>
            <a:ext cx="1189829" cy="1083504"/>
          </a:xfrm>
          <a:prstGeom prst="rect">
            <a:avLst/>
          </a:prstGeom>
        </p:spPr>
      </p:pic>
      <p:pic>
        <p:nvPicPr>
          <p:cNvPr id="39" name="Picture 38" descr="File:Vitejs-logo.svg - Wikimedia Commons">
            <a:extLst>
              <a:ext uri="{FF2B5EF4-FFF2-40B4-BE49-F238E27FC236}">
                <a16:creationId xmlns:a16="http://schemas.microsoft.com/office/drawing/2014/main" id="{D963E15A-3948-239F-6439-0C28415A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07" y="1952012"/>
            <a:ext cx="955631" cy="942946"/>
          </a:xfrm>
          <a:prstGeom prst="rect">
            <a:avLst/>
          </a:prstGeom>
        </p:spPr>
      </p:pic>
      <p:pic>
        <p:nvPicPr>
          <p:cNvPr id="41" name="Picture 40" descr="JavaScript logo and symbol, meaning, history, PNG">
            <a:extLst>
              <a:ext uri="{FF2B5EF4-FFF2-40B4-BE49-F238E27FC236}">
                <a16:creationId xmlns:a16="http://schemas.microsoft.com/office/drawing/2014/main" id="{9D1C4198-6196-5FE1-9755-D5E3998539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45" r="19892"/>
          <a:stretch>
            <a:fillRect/>
          </a:stretch>
        </p:blipFill>
        <p:spPr>
          <a:xfrm>
            <a:off x="8433494" y="1844018"/>
            <a:ext cx="1069833" cy="1260122"/>
          </a:xfrm>
          <a:prstGeom prst="rect">
            <a:avLst/>
          </a:prstGeom>
        </p:spPr>
      </p:pic>
      <p:pic>
        <p:nvPicPr>
          <p:cNvPr id="43" name="Picture 42" descr="File:CSS3 logo and wordmark.svg - Wikimedia Commons">
            <a:extLst>
              <a:ext uri="{FF2B5EF4-FFF2-40B4-BE49-F238E27FC236}">
                <a16:creationId xmlns:a16="http://schemas.microsoft.com/office/drawing/2014/main" id="{DD66B7F7-365C-44AE-7711-7B754B76E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414" y="3338443"/>
            <a:ext cx="844962" cy="119367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DF6E82F-FC72-64EE-007C-C280C3CCB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3469615"/>
            <a:ext cx="1137700" cy="681045"/>
          </a:xfrm>
          <a:prstGeom prst="rect">
            <a:avLst/>
          </a:prstGeom>
        </p:spPr>
      </p:pic>
      <p:pic>
        <p:nvPicPr>
          <p:cNvPr id="47" name="Picture 46" descr="Azure Static Apps Icon - SVG &amp; PNG Download | AZ-Icons">
            <a:extLst>
              <a:ext uri="{FF2B5EF4-FFF2-40B4-BE49-F238E27FC236}">
                <a16:creationId xmlns:a16="http://schemas.microsoft.com/office/drawing/2014/main" id="{D987DBBB-D032-1A8A-6D4F-0551105B0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2865" y="3483539"/>
            <a:ext cx="884126" cy="8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82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491D-F3CD-122E-CB42-5256BF6F7F12}"/>
              </a:ext>
            </a:extLst>
          </p:cNvPr>
          <p:cNvSpPr txBox="1">
            <a:spLocks/>
          </p:cNvSpPr>
          <p:nvPr/>
        </p:nvSpPr>
        <p:spPr>
          <a:xfrm>
            <a:off x="743952" y="678426"/>
            <a:ext cx="5656848" cy="77706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did 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2973-B472-1DA9-3504-5DF79880DF7E}"/>
              </a:ext>
            </a:extLst>
          </p:cNvPr>
          <p:cNvSpPr txBox="1">
            <a:spLocks/>
          </p:cNvSpPr>
          <p:nvPr/>
        </p:nvSpPr>
        <p:spPr>
          <a:xfrm>
            <a:off x="1304423" y="1564105"/>
            <a:ext cx="4038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/ Sign up page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page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 page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 Explorer page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71770-3B36-981F-EB4B-E6AEC34B2291}"/>
              </a:ext>
            </a:extLst>
          </p:cNvPr>
          <p:cNvSpPr txBox="1">
            <a:spLocks/>
          </p:cNvSpPr>
          <p:nvPr/>
        </p:nvSpPr>
        <p:spPr>
          <a:xfrm>
            <a:off x="7040479" y="1600199"/>
            <a:ext cx="4038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User Preferences page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page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Comparison page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Interim Report</a:t>
            </a: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606693-7EFD-6B35-757B-DBDE2201771F}"/>
              </a:ext>
            </a:extLst>
          </p:cNvPr>
          <p:cNvSpPr txBox="1">
            <a:spLocks/>
          </p:cNvSpPr>
          <p:nvPr/>
        </p:nvSpPr>
        <p:spPr>
          <a:xfrm>
            <a:off x="7040479" y="392699"/>
            <a:ext cx="4038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Week Vision</a:t>
            </a:r>
          </a:p>
        </p:txBody>
      </p:sp>
    </p:spTree>
    <p:extLst>
      <p:ext uri="{BB962C8B-B14F-4D97-AF65-F5344CB8AC3E}">
        <p14:creationId xmlns:p14="http://schemas.microsoft.com/office/powerpoint/2010/main" val="3828355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9354FC-447F-39F8-8819-5E2276BDB8F8}"/>
              </a:ext>
            </a:extLst>
          </p:cNvPr>
          <p:cNvSpPr txBox="1">
            <a:spLocks/>
          </p:cNvSpPr>
          <p:nvPr/>
        </p:nvSpPr>
        <p:spPr>
          <a:xfrm>
            <a:off x="609601" y="442278"/>
            <a:ext cx="11228438" cy="11702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for Frontend from a Former Student of TUD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3B9881-ADFA-6C7D-7EEE-D191B0F8B85F}"/>
              </a:ext>
            </a:extLst>
          </p:cNvPr>
          <p:cNvSpPr txBox="1">
            <a:spLocks/>
          </p:cNvSpPr>
          <p:nvPr/>
        </p:nvSpPr>
        <p:spPr>
          <a:xfrm>
            <a:off x="944880" y="1722119"/>
            <a:ext cx="9664126" cy="46936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Perspective as a former student: She came to Dublin around three years ago when students like her had less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exposure, she had a friend here who guided her.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feedback: She was happy that we are taking initiative to help future students to settle and make informed decisions.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students will expect: Consistent, easy to compare district information and a simple journey from preferences to suitable areas.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64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3B7C-DC5D-3582-9CE5-048AD3836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395" y="452285"/>
            <a:ext cx="10137057" cy="60959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 District Profile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F782C-D5BC-702C-FDAC-B2435C13A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613" y="1347019"/>
            <a:ext cx="5211097" cy="5058696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frontend using React.js, JavaScript and CSS.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two-panel layout with an interactive map on the left and a district profile on the right.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district information, including rent, available amenities and famous places.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B304C-DEB6-26E3-6F2E-22DDBA1DD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361" y="1189703"/>
            <a:ext cx="5968181" cy="514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2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B962-EA29-A85A-3350-7D974E8EE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2955"/>
            <a:ext cx="9144000" cy="86523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and Animation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C4A34-5131-4F1A-908E-37D25EF15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716" y="1445341"/>
            <a:ext cx="8967020" cy="4483511"/>
          </a:xfrm>
        </p:spPr>
        <p:txBody>
          <a:bodyPr>
            <a:normAutofit/>
          </a:bodyPr>
          <a:lstStyle/>
          <a:p>
            <a:pPr lvl="0"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Integration and District Selection: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Map , I used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MapLibre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 JS with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OpenFreeMap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Liberty map style.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to display Dublin district boundaries.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proj4 to convert boundary coordinates.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clickable district boundaries to select a district and update its profile.</a:t>
            </a:r>
          </a:p>
        </p:txBody>
      </p:sp>
    </p:spTree>
    <p:extLst>
      <p:ext uri="{BB962C8B-B14F-4D97-AF65-F5344CB8AC3E}">
        <p14:creationId xmlns:p14="http://schemas.microsoft.com/office/powerpoint/2010/main" val="3969449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D31B-1933-17A8-AEFC-9B635C651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9144000" cy="73741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Famous Places and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88576-E391-B2E8-3AD1-79D47BB7A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43" y="1514167"/>
            <a:ext cx="5919018" cy="4296697"/>
          </a:xfrm>
        </p:spPr>
        <p:txBody>
          <a:bodyPr>
            <a:normAutofit/>
          </a:bodyPr>
          <a:lstStyle/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famous places relevant to each district.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place images using URLs stored in the district data.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reusable React components to display images and place names.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D865A-65CF-19FE-CF58-ABB4D58E9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154" y="1376514"/>
            <a:ext cx="4768645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8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704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Commute Data – Walking time to Uni</vt:lpstr>
      <vt:lpstr>Amenities data and Interim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Frontend Development: District Profile Page</vt:lpstr>
      <vt:lpstr>Interactive Map and Animation</vt:lpstr>
      <vt:lpstr>Famous Places and Images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Sherina</dc:creator>
  <cp:lastModifiedBy>Shreyash Salunkhe</cp:lastModifiedBy>
  <cp:revision>5</cp:revision>
  <dcterms:created xsi:type="dcterms:W3CDTF">2026-10-15T21:01:35Z</dcterms:created>
  <dcterms:modified xsi:type="dcterms:W3CDTF">2026-10-16T09:54:10Z</dcterms:modified>
</cp:coreProperties>
</file>